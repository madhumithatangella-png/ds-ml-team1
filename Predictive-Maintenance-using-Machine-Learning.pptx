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Maintenance using Machine Learning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B.Tech Internship Project — Week 1 &amp; Week 2 Progress Report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368996" cy="266402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65608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INTERNSHIP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35956" y="3180978"/>
            <a:ext cx="772418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37066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21012" y="3223468"/>
            <a:ext cx="10595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1–2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041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Predictive Maintenance?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435819"/>
            <a:ext cx="4722763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Predictive maintenance uses historical and real-time sensor data to anticipate equipment failures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before they occur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shifting from reactive repairs to proactive intervention.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943" y="235386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943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Unexpected machine breakdowns cause costly downtime, safety risks, and production losses.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214042"/>
            <a:ext cx="2297013" cy="1412453"/>
          </a:xfrm>
          <a:prstGeom prst="roundRect">
            <a:avLst>
              <a:gd name="adj" fmla="val 4018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1692" y="235386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61692" y="2642220"/>
            <a:ext cx="201736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Machine learning models analyze sensor data patterns to detect early warning signs of failure.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755231"/>
            <a:ext cx="4722763" cy="990228"/>
          </a:xfrm>
          <a:prstGeom prst="roundRect">
            <a:avLst>
              <a:gd name="adj" fmla="val 573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943" y="389505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Goal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943" y="4183410"/>
            <a:ext cx="444311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 unplanned downtime by predicting equipment failure with high accuracy in advance.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609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38820"/>
            <a:ext cx="2653978" cy="2653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1924869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75077" y="2184350"/>
            <a:ext cx="267749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Industries lose significant revenue each year due to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unexpected machine failures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Traditional maintenance schedules are either too frequent (costly) or too late (damaging).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887465"/>
            <a:ext cx="2659559" cy="7904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8284" y="401248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Unplanned Downtime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78284" y="4237360"/>
            <a:ext cx="235237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Machines fail without warning, halting production lines and causing revenue loss.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2146" y="3887465"/>
            <a:ext cx="2659633" cy="7904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24312" y="401248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Is Underutilized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424312" y="4237360"/>
            <a:ext cx="235245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Sensor data exists but is rarely leveraged for proactive failure prediction.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8248" y="3887465"/>
            <a:ext cx="2659559" cy="7904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0414" y="4012481"/>
            <a:ext cx="171487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ML-Based Solution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170414" y="4237360"/>
            <a:ext cx="235237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data-driven model can learn from historical patterns to forecast failures early.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378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028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project aims to build an end-to-end machine learning pipeline that transforms raw sensor data into actionable failure predictions.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733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5289"/>
            <a:ext cx="400496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04231"/>
            <a:ext cx="2396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 &amp; Explore the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610743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Collect and thoroughly analyze machine sensor datasets to understand feature distributions and data quality.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9733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195289"/>
            <a:ext cx="4005039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304231"/>
            <a:ext cx="24421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 &amp; Engineer Features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610743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Clean, encode, and scale the data to prepare it for effective model training.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534296"/>
            <a:ext cx="400496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643238"/>
            <a:ext cx="21371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&amp; Evaluate ML Models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94975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multiple classifiers and evaluate their ability to predict equipment failure accurately.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534296"/>
            <a:ext cx="4005039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643238"/>
            <a:ext cx="23418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Deliver Actionable Predictions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949750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Produce a reliable model that can forecast failures in advance, enabling timely maintenance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Overview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at a Glance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dataset contains real-world machine sensor readings collected during normal and failure conditions, designed for binary classification of equipment failure.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486" y="485365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 Features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76486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Temperature, Vibration, Torque, Tool Wear, Machine Type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3225180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05547" y="485365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 Variable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305547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Binary label: Machine Failure (Yes / No)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5954241" y="4773290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4608" y="485365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Type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034608" y="498559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Tabular sensor data with numeric and categorical columns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8413"/>
            <a:ext cx="423527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 1 — Work Completed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987475"/>
            <a:ext cx="653430" cy="9394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9025" y="111814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Definition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699025" y="1394520"/>
            <a:ext cx="394885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Understood project scope, reviewed literature on predictive maintenance, and formalized the problem statement.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26878"/>
            <a:ext cx="653430" cy="9394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99025" y="205754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699025" y="2333923"/>
            <a:ext cx="394885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Sourced the machine sensor dataset and loaded it into the analysis environment for initial inspection.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866281"/>
            <a:ext cx="653430" cy="9394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99025" y="299695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699025" y="3273326"/>
            <a:ext cx="394885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Performed basic cleaning — checked for nulls, duplicates, and verified data types across all columns.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805684"/>
            <a:ext cx="653430" cy="93940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99025" y="393635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EDA Started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699025" y="4212729"/>
            <a:ext cx="394885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Began exploratory data analysis to understand feature distributions, correlations, and class imbalance.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817"/>
            <a:ext cx="4298082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 1 — Key Insights from EDA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951955"/>
            <a:ext cx="190708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Data Revealed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2211437"/>
            <a:ext cx="267749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Initial exploration uncovered important characteristics of the dataset that will guide preprocessing and modeling decisions.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496" y="987028"/>
            <a:ext cx="2653978" cy="26539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83567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1726" y="387369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1726" y="4098578"/>
            <a:ext cx="2309515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Minimal missing values detected; data types were validated and corrected where necessary.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9364" y="383567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84972" y="387369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Distributions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84972" y="4098578"/>
            <a:ext cx="230958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 and torque showed normal distributions; tool wear was right-skewed, indicating progressive degradation patterns.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02685" y="383567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38292" y="387369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38292" y="4098578"/>
            <a:ext cx="2309589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Failure events are rare — the dataset is imbalanced, which will require special handling during model training.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8048"/>
            <a:ext cx="69965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Week 2 — Preprocessing &amp; Initial Modeling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53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 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563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978223"/>
            <a:ext cx="3367608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87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Categorical Encoding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50381"/>
            <a:ext cx="336760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Machine type and other categorical features were one-hot encoded for model compatibility.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05486" y="17563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05486" y="1978223"/>
            <a:ext cx="3367683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005486" y="2087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05486" y="2450381"/>
            <a:ext cx="33676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Numeric features were standardized to ensure equal contribution across all variables.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5203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73934"/>
            <a:ext cx="3367608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828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Train-Test Split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846091"/>
            <a:ext cx="336760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was split 80/20 to enable unbiased evaluation of model performance.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05486" y="315203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05486" y="3373934"/>
            <a:ext cx="3367683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005486" y="34828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 Models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05486" y="3846091"/>
            <a:ext cx="33676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Logistic Regression and Decision Tree classifiers were trained and evaluated on initial accuracy.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3808" y="2786137"/>
            <a:ext cx="13859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946"/>
            <a:ext cx="45844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Tools &amp; Technologies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524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project leverages a modern Python-based data science stack for data manipulation, visualization, and machine learning.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65548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Python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programming language for all data processing and modeling tasks.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65548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Pandas &amp; NumPy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manipulation, transformation, and numerical computation.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65548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 algorithms, preprocessing utilities, and model evaluation metrics.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Matplotlib &amp; Seaborn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03711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Statistical visualizations and exploratory data analysis plots.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269903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03711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Interactive development environment for iterative experimentation and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5507"/>
            <a:ext cx="40234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Summary &amp; Next Steps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261095"/>
            <a:ext cx="4722763" cy="2323654"/>
          </a:xfrm>
          <a:prstGeom prst="roundRect">
            <a:avLst>
              <a:gd name="adj" fmla="val 256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265858"/>
            <a:ext cx="2356619" cy="1270471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14076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Week 1 Complete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171412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Problem defined, dataset explored, EDA completed, and class imbalance identified.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1265858"/>
            <a:ext cx="2356619" cy="1270471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265858"/>
            <a:ext cx="19050" cy="1270471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14076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Week 2 Complete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99259" y="171412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Preprocessing pipeline built, baseline models trained, and initial accuracy evaluated.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0881" y="2536329"/>
            <a:ext cx="4713238" cy="1043657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2536329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26780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🔜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Coming Up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298459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Hyperparameter tuning, handling class imbalance, advanced models (Random Forest, XGBoost), and detailed evaluation.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6119" y="3744218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DFECE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944987"/>
            <a:ext cx="177180" cy="1417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6816" y="3921398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Questions and feedback are welcome. Thank you for your time and attention!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2026-07-01T14:45:29Z</dcterms:created>
  <dcterms:modified xsi:type="dcterms:W3CDTF">2026-07-01T14:45:29Z</dcterms:modified>
</cp:coreProperties>
</file>